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here, in one breath. I didn't build one agent — I built the layer that makes all of them possible. A CDP tells you WHO the customer is; this tells the agent WHAT it needs to act, right now. Don't read the slide — say this line and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here, in one breath. I didn't build one agent — I built the layer that makes all of them possible. A CDP tells you WHO the customer is; this tells the agent WHAT it needs to act, right now. Don't read the slide — say this line and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Velocity's data is scattered and the same person is several records. Ten products on the roadmap, and every single one fails the same way — it acts on partial context. So the bottleneck isn't the agents; it's the context underneath them. Pause on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slide. CDP is profile-first — one big record. We're job-first — a tight bundle per task. And I didn't design the schema in a vacuum: I let the agents' NEEDS be the forcing function. Each agent declares what it needs; that defines the layer. That's why it serves products we haven't built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picture, left to right. Sources are the mess. One — AI maps any schema to canonical events. Two — identity resolution, the keystone. Three — event store is truth, trait store is derived. Four — the Context API; that's what the prototype IS. Then the agents, each a contract. Bottom — the closed loop, where outcomes sharpen the next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rush this — it's the keystone. Three escalating signals, each with a confidence. We tune for precision over recall: a wrong merge is worse than a missed one. Cross-brand is the same graph one level up. Then: two stores on purpose — events are immutable truth, traits are recomputed; a wrong trait, replay and recompute, and contracts never break because agents read traits.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Criterion two. Five places where AI replaces rules or humans. The prototype shows the last two LIVE — type English, get a segment; minimal context, get a real message. The first three are the same pattern, earlier in the pipeline. If you have a key, run the live generate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slide — slow down. One brand sees one return; annoying. WE see four of five across three brands; that's a pattern. We pause COD before shipping at a loss. No single brand can build this, and every new brand makes the priors better for everyone. That's the moat — the data layer is the network effect, not a cost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it scales. New product equals a new contract over existing traits. No re-architecture. A new trait, computed once, is available to every future agent. Platform cost stays roughly flat per product — the roadmap speeds up as it grows, instead of bogging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Criterion five. Foundation first — nothing works without identity and the stores. Then low-regret, clean-data agents: WIMO, cart, COD-to-prepaid. I order by value times data-readiness times reversibility of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this, then stop. Today's agent gets smarter the day this ships; every future agent just declares a contract; across many brands the data compounds into a moat. Then the four reasons it's the RIGHT answer, not just an answer. End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D28D9"/>
                </a:solidFill>
              </a:rPr>
              <a:t>Velocity — Customer Context Layer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0F172A"/>
                </a:solidFill>
              </a:rPr>
              <a:t>The layer that gives each AI agent exactly the context its job needs — across many brands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 ·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I didn't build one agent. I built the layer that makes all the agents possible.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A CDP answers "who is my customer?" But an agent about to act doesn't need a 360° profile — it needs the few facts that change its decision, right now.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We built the layer that answers: "what does THIS agent need to know about THIS customer to do THIS job, at the moment it acts?" — and across many brands, the data compounds into a moat no single brand can build.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2 ·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Velocity's customer data is scattered across storefront, payments, courier, WhatsApp, web sessions, marketing — and the same person shows up as several different records.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There are ~10 products on the roadmap (WISMO, COD→prepaid, RTO prevention, cart recovery, winback, upsell…). Every one fails the same way: it acts on partial context.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The bottleneck isn't the agents. It's the context they stand on. Fix that once, and every agent — today's and the ones not built yet — gets better at the same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3 · The reframe (+ my method)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The method: I didn't design the data model in a vacuum. I let the agents' needs be the forcing function — each agent declares what it needs to act, and that defines what the layer must serve. That's why it serves products we haven't built yet.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457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CDP / "profile-first"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Context Layer / "job-first" (ours)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Who is this customer?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What does this agent need to act?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One big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A tight, ranked bundle per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New product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Re-query, re-decide what matters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Declare a Context Contract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Cost at the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Whole profile every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Only the job's fields (~70–90% smaller)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4 · Architecture (one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881360" cy="6800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Sources → ① AI schema map → ② identity resolution → ③ event + trait store → ④ Context API → agents → closed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5 · #1 Unify — identity + two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Identity resolution (the keystone). Fragments → one human, with a confidence on every link: deterministic (phone/email) → probabilistic (name+address+device, AI) → behavioral (session→buyer) → cross-brand graph join. We tune for precision over recall — a wrong merge is worse than a missed one. Prototype: Priya's 4 records → 1.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Two stores, on purpose. Event store = immutable facts (replayable truth). Trait store = derived signals (RFM, RTO-risk, churn, sentiment), recomputed from events, never hand-set. A wrong trait? Replay and recompute — and because agents read traits, recomputation never breaks a contract.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6 · #2 AI-first — AI does the work, not rules/humans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The prototype demonstrates the last two live: type an audience in English → AI builds the segment; minimal context → Claude writes the WhatsApp message.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4577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Today (manual)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With AI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Ingestion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Hand-map each brand's schema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LLM maps any schema → canonical events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Exact-match rules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Probabilistic matcher with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Traits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Analysts write SQL segments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Model extracts sentiment, intent, RTO-risk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Marketer waits on data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Plain English → live segment (shown)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Static templated copy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Per-customer message from the bundle (shown)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7 · #3 The cross-brand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A single brand sees Vikram place one COD order and return it — annoying, not a pattern.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Velocity sees 4 of 5 returned across three brands. So the next COD order — at a brand he's never bought from — gets COD paused and prepay required before we ship at a loss.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No single brand can build this. It only exists because we're one platform serving many brands — and every brand that joins improves the RTO/churn priors for every other brand. The data layer isn't a cost center; it's the network effect.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8 · #4 Scale — the Context Contract is the whole trick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A contract is a small declarative list of trait/event keys + decision logic.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It reads the existing trait store — usually needs zero new data.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A new trait, computed once, is then available to every future agent.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Result: platform cost ≈ O(1) in number of products. Multi-tenant by default; cross-brand sharing is governed (derived scores, never raw PII). The roadmap speeds up as it grows.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9 · #5 Build first vs defer —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Prioritized by value × data-readiness × reversibility-of-risk.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Build first: Foundation (identity + stores + Context API) → then low-regret, clean-data agents: Proactive WIMO, Cart Recovery, COD→Prepaid (strong signal, reversible, immediate value).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Defer (and why): RTO Shield (needs volume — pausing COD on a good customer is a costly false positive) · Winback (needs more history) · autonomous send, broad broadcasts, returns adjudication, ML retraining infra (high blast radius or money/policy — earn trust first).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The restraint is the answer: the prototype has no DB, no auth, no real integrations — on purpose. Knowing what not to build is the same judgment this question tests.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10 · The one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Today's WhatsApp agent gets smarter the day this layer ships.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Every future agent just declares a contract over the same data.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And because it's one platform across many brands, the data compounds into a moat no single brand can build.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Why it's the right answer, not just an answer: fixes the shared bottleneck (not one feature) · AI-first and proven live · serves products not built yet · the restraint signals seniority.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The prototype makes it clickable. This deck is how it scales.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