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6D28D9"/>
                </a:solidFill>
              </a:rPr>
              <a:t>Velocity — Customer Context Layer</a:t>
            </a:r>
          </a:p>
          <a:p>
            <a:pPr>
              <a:spcBef>
                <a:spcPts val="1400"/>
              </a:spcBef>
            </a:pPr>
            <a:r>
              <a:rPr sz="2000">
                <a:solidFill>
                  <a:srgbClr val="0F172A"/>
                </a:solidFill>
              </a:rPr>
              <a:t>How to unify e-commerce customer data so AI agents can rely on it, across many brands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0350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4A3B8"/>
                </a:solidFill>
              </a:rPr>
              <a:t>Companion deck to the interactive prototype · prototype proves #1/#3/#4 and shows #2 · this deck carries #5 +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</a:rPr>
              <a:t>Slide 1 · The 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3175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1">
                <a:solidFill>
                  <a:srgbClr val="6D28D9"/>
                </a:solidFill>
              </a:rPr>
              <a:t>I didn't build one agent. I built the layer that makes all the agents possible.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A CDP answers one question: "Who is my customer?" But an agent about to act doesn't need a 360° profile. It needs the few facts that change its decision, right now.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i="1">
                <a:solidFill>
                  <a:srgbClr val="6D28D9"/>
                </a:solidFill>
              </a:rPr>
              <a:t>We're not building a CDP. We're building the layer that answers: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i="1">
                <a:solidFill>
                  <a:srgbClr val="6D28D9"/>
                </a:solidFill>
              </a:rPr>
              <a:t>"What does THIS agent need to know about THIS customer to do THIS job, at the moment it acts?"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i="1">
                <a:solidFill>
                  <a:srgbClr val="6D28D9"/>
                </a:solidFill>
              </a:rPr>
              <a:t>— and because it's one platform across many brands, the data compounds into a moat no single brand can build.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Every agent on the roadmap fails the same way: it acts on partial context. Fix the context layer once, and every agent — today's and the ones not built yet — gets better at the same time. Everything below follows from taking that one sentence literally.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</a:rPr>
              <a:t>Slide 2 · The problem, stated precisely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3175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Velocity already runs a live WhatsApp agent and has 10 products on the roadmap (WISMO, COD→prepaid, RTO prevention, cart recovery, winback, upsell, segmentation, returns…).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Every one of them fails the same way: the agent acts on partial context.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0F172A"/>
                </a:solidFill>
              </a:rPr>
              <a:t>• Data sits in scattered silos: storefront, payment gateway, courier, WhatsApp, web sessions, marketing tool — per brand, times N brands.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0F172A"/>
                </a:solidFill>
              </a:rPr>
              <a:t>• The same human appears as 4 different records. No agent can reason about a customer it can't resolve.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0F172A"/>
                </a:solidFill>
              </a:rPr>
              <a:t>• Each new product re-plumbs the same data from scratch → the roadmap slows down as it grows, instead of speeding up.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6D28D9"/>
                </a:solidFill>
              </a:rPr>
              <a:t>The bottleneck isn't the agents. It's the context they stand on.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</a:rPr>
              <a:t>Slide 3 · The reframe: profile-first vs job-first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3175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The CDP is a component inside our layer (the unified store). The product is the contract + resolution + serving on top of it.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---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371600"/>
          <a:ext cx="1054577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5258"/>
                <a:gridCol w="3515258"/>
                <a:gridCol w="3515259"/>
              </a:tblGrid>
              <a:tr h="365760">
                <a:tc>
                  <a:txBody>
                    <a:bodyPr/>
                    <a:lstStyle/>
                    <a:p/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CDP / "profile-first"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Context Layer / "job-first" (ours)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Question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Who is this customer?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What does this agent need to act?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One big profile, all fields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A tight, ranked context bundle per task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New product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Re-query, re-join, re-decide what matters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Declare a Context Contract over existing traits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Cost at the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Whole profile in every prompt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Only the fields the job needs (≈70–90% smaller)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Failure mode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Noise drowns the signal; cost scales with data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Adding agents/brands stays O(1) on the platform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</a:rPr>
              <a:t>Slide 4 · The method (the part I most want you to grade)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3175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I didn't design the data model in a vacuum and hope agents could use it. I let the agents' needs be the forcing function.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0F172A"/>
                </a:solidFill>
              </a:rPr>
              <a:t>• List the agents we want (today's 6 + the roadmap).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0F172A"/>
                </a:solidFill>
              </a:rPr>
              <a:t>• For each, write down the literal fields it needs to make its decision.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0F172A"/>
                </a:solidFill>
              </a:rPr>
              <a:t>• The union of those needs defines the trait store. The per-agent subset defines its contract.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This is why the layer serves products we haven't built yet: a new agent is a new contract over traits that already exist — or a small number of new traits that the next agent can also reuse. The data model is demand-driven, not speculative.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</a:rPr>
              <a:t>Slide 5 · Architecture (one picture)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3175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10881360" cy="68008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</a:rPr>
              <a:t>Sources → ① AI schema map → ② identity resolution → ③ event + trait store → ④ Context API → agents (one contract each) → closed learning loop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</a:rPr>
              <a:t>Slide 6 · #1 Unify, part 1 — Identity resolution (the keystone)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3175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Nothing downstream works until "4 records → 1 human." Three escalating signals, AI-graded: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0F172A"/>
                </a:solidFill>
              </a:rPr>
              <a:t>• Deterministic — exact phone/email/account match. High precision, does ~70% of the work.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0F172A"/>
                </a:solidFill>
              </a:rPr>
              <a:t>• Probabilistic (AI) — fuzzy name + address + device, scored by a model. "P. Sharma" + same address + same device ≈ "Priya Sharma". Every link carries a confidence, never a silent merge.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0F172A"/>
                </a:solidFill>
              </a:rPr>
              <a:t>• Behavioral — an anonymous session tied to a known buyer by device + geo + browse pattern.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Output is an identity graph with a confidence per edge. Low-confidence merges are held for review, not auto-joined — wrong merges are worse than missed ones.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6D28D9"/>
                </a:solidFill>
              </a:rPr>
              <a:t>Cross-brand is the same machinery, one level up: the same phone across Aurelia + Kettle + Voxa is one node in Velocity's graph even though no single brand can see it. (This is the moat — slide 10.)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</a:rPr>
              <a:t>Slide 7 · #1 Unify, part 2 — Why two stores, not 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3175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1">
                <a:solidFill>
                  <a:srgbClr val="6D28D9"/>
                </a:solidFill>
              </a:rPr>
              <a:t>Event store (immutable): every order, message, session, shipment as an append-only fact. Source of truth. Replayable.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6D28D9"/>
                </a:solidFill>
              </a:rPr>
              <a:t>Trait store (derived): RFM, AOV, LTV, RTO-risk, churn-score, sentiment, segment — recomputed from events, never hand-set.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Why split them: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0F172A"/>
                </a:solidFill>
              </a:rPr>
              <a:t>• Trust &amp; auditability — a trait is wrong? Replay the events and recompute. No mystery state.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0F172A"/>
                </a:solidFill>
              </a:rPr>
              <a:t>• Schema stability — new agents read traits, not raw tables. We can change how a trait is computed without breaking any agent.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0F172A"/>
                </a:solidFill>
              </a:rPr>
              <a:t>• This is what makes contracts cheap — a contract is just a list of trait/event keys. Adding a trait never breaks an existing contract.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</a:rPr>
              <a:t>Slide 8 · #2 AI-first — where AI does the work, not rules or humans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3175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We push the manual/rules work onto models at five points: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The prototype demonstrates the last two live. The deck claims the first three — same pattern, applied earlier in the pipeline.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---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371600"/>
          <a:ext cx="1054577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5258"/>
                <a:gridCol w="3515258"/>
                <a:gridCol w="3515259"/>
              </a:tblGrid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Where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Today (manual/rules)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With AI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Ingestion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Engineers hand-map each brand's CSV/API schema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LLM maps any source schema → canonical events. New brand onboards in hours, not a sprint.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Identity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Exact-match rules only; rest dropped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Probabilistic matcher scores fuzzy links with confidence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Traits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Analysts define segments in SQL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Model extracts sentiment, intent, anxiety, RTO-risk from raw events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Segmentation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Marketer writes SQL / waits on data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Plain English → live segment (shown in prototype)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Action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Templated, static copy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Per-customer message generated from the task bundle (shown in prototype)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</a:rPr>
              <a:t>Slide 9 · #3 Features — today's 6, then what brands don't have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3175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1">
                <a:solidFill>
                  <a:srgbClr val="6D28D9"/>
                </a:solidFill>
              </a:rPr>
              <a:t>Built on the layer today (in the prototype): COD→Prepaid · RTO Shield · Cart Recovery · Winback · Proactive WIMO · Upsell+Review. Each is just a contract + decision logic + message.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6D28D9"/>
                </a:solidFill>
              </a:rPr>
              <a:t>New capabilities the layer unlocks that brands can't do today: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0F172A"/>
                </a:solidFill>
              </a:rPr>
              <a:t>• Anticipatory, not reactive — WIMO that messages before the customer asks, because we see "in transit + first order + 2 prior anxious chats."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0F172A"/>
                </a:solidFill>
              </a:rPr>
              <a:t>• Cross-brand cold-start — a brand-new customer to Brand X already has an RTO-risk prior from their behavior on Brands Y/Z. Day-one intelligence.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0F172A"/>
                </a:solidFill>
              </a:rPr>
              <a:t>• Self-tuning agents — every send + outcome (converted? returned? replied?) writes back as an event → traits like past_nudge_response sharpen the next decision. The layer learns.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0F172A"/>
                </a:solidFill>
              </a:rPr>
              <a:t>• One agent, many jobs — the same customer flows through whichever contract fits the current moment; no per-product data project.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</a:rPr>
              <a:t>Slide 10 · #3/#4 — The cross-brand moat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3175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A single brand sees Vikram place one COD order and return it. Annoying, not a pattern.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6D28D9"/>
                </a:solidFill>
              </a:rPr>
              <a:t>Velocity sees Vikram across three brands: 4 of 5 orders returned. Now the next COD order — at a brand he's never bought from — gets COD paused and prepay required before we ship at a loss.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0F172A"/>
                </a:solidFill>
              </a:rPr>
              <a:t>• No individual brand can build this. It only exists because we're one platform serving many brands.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0F172A"/>
                </a:solidFill>
              </a:rPr>
              <a:t>• It compounds: every brand that joins makes the RTO/churn priors better for every other brand.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0F172A"/>
                </a:solidFill>
              </a:rPr>
              <a:t>• This is the defensibility. The data layer isn't a cost center — it's the network effect.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</a:rPr>
              <a:t>Slide 11 · #4 Scale — the Context Contract is the whole trick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3175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0F172A"/>
                </a:solidFill>
              </a:rPr>
              <a:t>• A contract is a small declarative list of trait/event keys + decision logic.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0F172A"/>
                </a:solidFill>
              </a:rPr>
              <a:t>• It reads the existing trait store. 90% of the time it needs zero new data.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0F172A"/>
                </a:solidFill>
              </a:rPr>
              <a:t>• When it needs a new trait, that trait is computed once from events and is then available to every future agent.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6D28D9"/>
                </a:solidFill>
              </a:rPr>
              <a:t>Result: platform cost is roughly O(1) in number of products. The roadmap accelerates as it grows instead of bogging down — the opposite of the "re-plumb every time" status quo.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</a:rPr>
              <a:t>Slide 12 · #4 Scale — multi-tenancy &amp; governance (the unglamorous part that decides if this is real)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3175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0F172A"/>
                </a:solidFill>
              </a:rPr>
              <a:t>• Tenant isolation by default — every event/trait is brand-scoped; agents read only their brand's data.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0F172A"/>
                </a:solidFill>
              </a:rPr>
              <a:t>• Cross-brand is a privileged, governed join — network signals (RTO/churn priors) are shared as derived scores, never raw PII across brands. A brand never sees another brand's order; it sees "elevated network RTO risk."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0F172A"/>
                </a:solidFill>
              </a:rPr>
              <a:t>• Consent &amp; data residency — India DPDP-aware; per-brand consent flags travel with the customer; PII minimized in prompts (the contract already limits what reaches the model).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0F172A"/>
                </a:solidFill>
              </a:rPr>
              <a:t>• Auditability — because traits are recomputed from the event log, every agent decision is explainable after the fact.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</a:rPr>
              <a:t>Slide 13 · #5 — What I'd build first (and why)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3175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Prioritized by value × data-readiness × reversibility-of-risk. Build where the data is already clean and the downside of a wrong action is low; defer where it isn't.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6D28D9"/>
                </a:solidFill>
              </a:rPr>
              <a:t>Phase 0 — Foundation (weeks 0–4). Identity resolution + event store + trait store + Context API.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Why first: everything else is worthless without it, and it's the highest-leverage, lowest-glamour work. No agent ships until "4 records → 1 human" is trustworthy.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6D28D9"/>
                </a:solidFill>
              </a:rPr>
              <a:t>Phase 1 — High-value, low-regret agents (weeks 4–8).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0F172A"/>
                </a:solidFill>
              </a:rPr>
              <a:t>• Proactive WIMO — data is already clean (order + shipment status), worst case is a friendly extra message. Near-zero downside, immediate CX win, extends the agent that's already live.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0F172A"/>
                </a:solidFill>
              </a:rPr>
              <a:t>• Cart Recovery — strong signal (live cart), reversible, fast revenue.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0F172A"/>
                </a:solidFill>
              </a:rPr>
              <a:t>• COD→Prepaid — direct margin impact; the nudge is low-risk even when the model is wrong.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6D28D9"/>
                </a:solidFill>
              </a:rPr>
              <a:t>Phase 2 — Higher-stakes, needs more history (weeks 8–16).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0F172A"/>
                </a:solidFill>
              </a:rPr>
              <a:t>• RTO Shield (incl. cross-brand) — highest revenue protection, but pausing COD on a good customer is a costly false positive. Ship only once the RTO model and cross-brand graph have enough volume to trust.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0F172A"/>
                </a:solidFill>
              </a:rPr>
              <a:t>• Winback — needs ≥6–12 months of history per cohort to size offers correctly.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0F172A"/>
                </a:solidFill>
              </a:rPr>
              <a:t>• Upsell + Review — easy, but lower urgency; good "fast follow."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</a:rPr>
              <a:t>Slide 14 · #5 — What I'd deliberately defer (and why)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3175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1">
                <a:solidFill>
                  <a:srgbClr val="6D28D9"/>
                </a:solidFill>
              </a:rPr>
              <a:t>The senior signal is the restraint: the prototype itself has no DB, no auth, no real integrations — on purpose. Knowing what not to build in a 1–2 day window is the same muscle as knowing what to defer on the roadmap.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---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371600"/>
          <a:ext cx="1054577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2887"/>
                <a:gridCol w="5272888"/>
              </a:tblGrid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Deferred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Why later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Fully autonomous send (no human in loop)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Earn trust first with suggestion-mode + sampled review. Autonomy is a dial, not a launch toggle.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Broad marketing broadcasts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High blast radius, low per-message intelligence — it's the least differentiated use of the layer. Do the 1:1 agents first; broadcasts are easy to bolt on once segments are trusted.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Returns/refunds adjudication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Touches money + policy + emotion. Needs governance and brand-specific rules before AI decides.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Self-serve "build your own agent" for brands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Powerful, but only after the contract format and trait catalog have stabilized on our own 6 agents.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Deep ML retraining infra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Pre-computed/heuristic traits are good enough to ship Phases 1–2. Build the ML platform when a trait's accuracy is the actual bottleneck — not before.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</a:rPr>
              <a:t>Slide 15 · Risks &amp; honest open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3175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0F172A"/>
                </a:solidFill>
              </a:rPr>
              <a:t>• Identity false-merges — mitigated by confidence thresholds + human review of low-confidence joins; we tune for precision over recall early.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0F172A"/>
                </a:solidFill>
              </a:rPr>
              <a:t>• Cross-brand privacy — share derived scores, never raw PII; needs legal sign-off per DPDP before GA.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0F172A"/>
                </a:solidFill>
              </a:rPr>
              <a:t>• Cold-start for tiny brands — network priors help, but a brand with 50 orders won't have stable traits; fall back to platform-wide priors + conservative actions.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0F172A"/>
                </a:solidFill>
              </a:rPr>
              <a:t>• Model cost at scale — the contract (small payloads) is itself the cost control; cache traits, batch trait extraction, reserve live generation for high-value moments.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---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</a:rPr>
              <a:t>Slide 16 · The one 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3175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i="1">
                <a:solidFill>
                  <a:srgbClr val="6D28D9"/>
                </a:solidFill>
              </a:rPr>
              <a:t>Today's WhatsApp agent gets smarter the day this layer ships.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i="1">
                <a:solidFill>
                  <a:srgbClr val="6D28D9"/>
                </a:solidFill>
              </a:rPr>
              <a:t>Every future agent just declares a contract over the same data.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 i="1">
                <a:solidFill>
                  <a:srgbClr val="6D28D9"/>
                </a:solidFill>
              </a:rPr>
              <a:t>And because it's one platform across many brands, the data compounds into a moat no single brand can build.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6D28D9"/>
                </a:solidFill>
              </a:rPr>
              <a:t>Why this is the right answer, not just an answer: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0F172A"/>
                </a:solidFill>
              </a:rPr>
              <a:t>• It fixes the shared bottleneck every agent has — not one feature in isolation.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0F172A"/>
                </a:solidFill>
              </a:rPr>
              <a:t>• It's AI-first and proven live — English → segment, minimal context → real message.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0F172A"/>
                </a:solidFill>
              </a:rPr>
              <a:t>• It serves products not built yet — new agent = new contract, no re-architecture.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0F172A"/>
                </a:solidFill>
              </a:rPr>
              <a:t>• The restraint is deliberate — no DB, no auth, no fake integrations; knowing what not to build is the same judgment the roadmap question tests.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6D28D9"/>
                </a:solidFill>
              </a:rPr>
              <a:t>The prototype makes it clickable. This deck is how it scales.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